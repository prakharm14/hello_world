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71" r:id="rId5"/>
    <p:sldId id="272" r:id="rId6"/>
    <p:sldId id="269" r:id="rId7"/>
    <p:sldId id="273" r:id="rId8"/>
    <p:sldId id="257" r:id="rId9"/>
    <p:sldId id="258" r:id="rId10"/>
    <p:sldId id="259" r:id="rId11"/>
    <p:sldId id="266" r:id="rId12"/>
    <p:sldId id="270" r:id="rId13"/>
    <p:sldId id="264" r:id="rId14"/>
    <p:sldId id="263" r:id="rId15"/>
    <p:sldId id="260" r:id="rId16"/>
    <p:sldId id="261" r:id="rId17"/>
    <p:sldId id="262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CA95-E7DC-2D93-6AEB-9D0B5E684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9DCF6-8324-A585-9E84-78608BF23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8BCF0-C932-F64C-19A6-2C377110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820CE-F8A1-F1DE-4D76-363ABB62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32213-BFE6-A794-6B9E-F10442BC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524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1CF85-E6F2-D661-85D4-54E085C4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770F-56D4-6F2A-CC54-9C406B55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EAA1E-A21C-E49A-67F9-13C794A4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19B59-FB8E-B255-D740-F713C99E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C933E-E1DD-CA80-3983-EE2E09AC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38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3AEC-65B9-6123-02D9-75BDA4E9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3E70C-F645-D6D9-9987-E820920D2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570C2-78AB-75B4-998A-137E780E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6C067-37AF-60DE-00AF-C71A5B25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56FF-7BC9-CC14-C106-F1716BC0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39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EB84-2EF5-25CB-7536-33F1763E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67D9-EB65-8308-F612-E5A25018E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ABAF7-528D-AB77-0E5F-79194E627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40694-DFD8-01D6-1809-7A83A6B2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43C88-FFD3-D41C-33BB-105B4C73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C2CAD-F997-475B-1710-2DA21900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35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CC92-FFC1-1D22-0DCD-B8C40E4C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ACCF5-5D72-E378-8EE2-6BE93622F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2C26A-E8D3-7451-4D61-65249CB8F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19C92-EC33-38AA-8542-2623EBF82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8FD21-C790-56B7-240C-E03A57694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09A22-553D-E17D-79C6-525F07E8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21072-7F15-D2CA-6F71-552B11F7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A110AF-B8FF-A1B2-91E7-FEA42DA7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090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2E1F-1D51-12FA-217F-96D71F2E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308EF-2CF5-5A5B-F3AE-B781CB87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8928-E4E0-0E91-E860-BB2DD5F2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CC92E-5D0B-1C86-66DA-196FD6A1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17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9A600A-A158-1CB9-794D-2DC8C023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91833-D090-99D8-B2B9-CECA1AA6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1CCA4-CA78-472D-9250-79592A00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692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03FB-B55F-DB8C-2371-2E67AED9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4F850-BB71-49CF-1D2D-B726A7A6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4E3A7-5F4A-0763-E3C5-271AFE122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207E3-42A6-9FAB-EBCE-8CC71AF2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3669D-1F8D-2100-42C1-AF5496C5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F172E-D698-1762-BEC7-BC17A9BD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0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D623-2129-5E85-6B68-7176418C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1D60FF-AD12-FD0F-F48C-175D5674F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29FBD-1380-1181-8BD2-635AE3373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E7351-D497-03AC-9035-CDEEAE0B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260B5-9730-2BB8-F292-0E561769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07C92-6995-FA62-29E9-819648B9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595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AC63-FBC6-D0BC-5A83-59A5960C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D82CD-B1FF-F82D-F491-F61265C02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01AAE-41B7-6FFC-3210-45F6A250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2AF4E-9AED-259E-9D50-E31E85A0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DD0D-B7F4-20BD-8104-920DC6E3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96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B87EB5-BDD7-A75F-6CA4-91E2230B2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62E34-6C72-F850-D241-C467CEC82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CA43-7FDA-A32C-A4EC-55B7AF99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DE9C7-A66F-7A54-06A9-6E89F17A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3472-4301-7F1F-B321-B5C0D7CA2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96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85D996-B0FC-A21F-DAEF-A2E9D6351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754BF-7C48-7388-F2CB-DBDEDB9EB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4970-4A92-4B44-82AD-36C1BB6BB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CDDCA-2BC3-493C-8897-EBC1B0B4780B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01EAC-1FB5-19B8-AE08-82366BE04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7247-D874-81E5-69FA-977CBFA8E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F9812-4583-4641-A430-C313AAE4B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6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64BF-1BAA-1D88-0BAF-217AB1FD0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Eigen Values and Eigen Vectors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39CA5-0BEA-4ABA-6BE9-4E9175E02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96960" y="4480560"/>
            <a:ext cx="4307840" cy="246888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Presented by:</a:t>
            </a:r>
          </a:p>
          <a:p>
            <a:r>
              <a:rPr lang="en-US" dirty="0"/>
              <a:t>Prakhar Mishra</a:t>
            </a:r>
          </a:p>
          <a:p>
            <a:r>
              <a:rPr lang="en-US" dirty="0"/>
              <a:t>Ayush</a:t>
            </a:r>
          </a:p>
          <a:p>
            <a:r>
              <a:rPr lang="en-US" dirty="0"/>
              <a:t>Hetansh Malik</a:t>
            </a:r>
          </a:p>
          <a:p>
            <a:r>
              <a:rPr lang="en-US" dirty="0"/>
              <a:t>Kumar Sundaram</a:t>
            </a:r>
            <a:br>
              <a:rPr lang="en-US" dirty="0"/>
            </a:br>
            <a:r>
              <a:rPr lang="en-US" dirty="0"/>
              <a:t>Akshit Yadav</a:t>
            </a:r>
          </a:p>
        </p:txBody>
      </p:sp>
    </p:spTree>
    <p:extLst>
      <p:ext uri="{BB962C8B-B14F-4D97-AF65-F5344CB8AC3E}">
        <p14:creationId xmlns:p14="http://schemas.microsoft.com/office/powerpoint/2010/main" val="21363996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6EB9-30AF-13A6-1438-6326CEAE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5439"/>
            <a:ext cx="10515600" cy="1534159"/>
          </a:xfrm>
        </p:spPr>
        <p:txBody>
          <a:bodyPr/>
          <a:lstStyle/>
          <a:p>
            <a:r>
              <a:rPr lang="nl-NL" b="1" dirty="0"/>
              <a:t>EIGEN VALUES AND EIGEN VECTORS</a:t>
            </a:r>
            <a:r>
              <a:rPr lang="nl-NL" dirty="0"/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138443-8162-58D4-A0BF-BA23F22E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9" y="814780"/>
            <a:ext cx="11307082" cy="604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853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83E7B7-2F72-1693-B225-19DAE2CC8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7181" cy="531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7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185A87-5439-94E1-0F85-0AB351DA5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4362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94B1B-C9A8-8603-2A35-496B2927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0"/>
            <a:ext cx="5361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01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CCCD40A-275C-0C83-3017-9B727E7F7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0"/>
            <a:ext cx="975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75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61807F-325E-20A3-A06F-3333C66C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4" y="0"/>
            <a:ext cx="5953956" cy="6675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1FF01-0281-92AC-E020-300091D72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437" y="4133187"/>
            <a:ext cx="971686" cy="40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88F458-8F05-002F-D58B-FA3D267E1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319" y="55880"/>
            <a:ext cx="7016681" cy="6537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528C4B-D92E-FB30-DF63-C6571F156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02792"/>
            <a:ext cx="5180724" cy="57282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DB6F6B-E8FC-7466-8E9E-A88AE555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431" y="55879"/>
            <a:ext cx="7594569" cy="653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7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6034-E72D-03D5-5EC2-1B394F3EA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8BE6-4ECF-A246-6179-7ED4879C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F2E5B-A13E-94F4-B38B-876A3650D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4" y="0"/>
            <a:ext cx="5953956" cy="6675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61B687-DDB8-5CE9-1434-DB599CB1A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437" y="4133187"/>
            <a:ext cx="971686" cy="400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6D379-F483-08B3-AD9F-56D06658D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319" y="55880"/>
            <a:ext cx="7016681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18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1A40-612D-F47B-D470-F3088D5D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US" b="1" dirty="0"/>
              <a:t>PROPERTIES OF EIGEN VALUES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7AD078-2761-8328-5547-846499FC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" y="1527549"/>
            <a:ext cx="5784980" cy="49653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62CD5E-9843-7FC1-2FA2-0F424BDC0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1" y="1527549"/>
            <a:ext cx="6297349" cy="48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83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552022-BCFE-3FE0-0C3C-49A06643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9" y="467287"/>
            <a:ext cx="5873424" cy="5513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6AA9DB-6E1C-9D66-20CE-C183AA5D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7287"/>
            <a:ext cx="6095999" cy="564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04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ED1B69-A7AD-B1D7-EE2F-8E1B741D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1080"/>
            <a:ext cx="6195526" cy="6515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5563F-289A-7395-E629-9F2353026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527" y="-1"/>
            <a:ext cx="6064897" cy="5066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5CC23-CDCE-5A72-E3FD-211DD4B90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17234"/>
            <a:ext cx="6164424" cy="193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91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6294B6-915F-EDA4-CCA6-B890FEAE9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614160" cy="673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F7113F-AE1C-A4ED-6DC5-C2F6E2F38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727" y="111760"/>
            <a:ext cx="6249272" cy="662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3C7921-777D-4208-9F07-F5842DCE1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089" y="5323839"/>
            <a:ext cx="4210638" cy="828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356820-9A61-8D91-D536-6360D40AB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98" y="5725117"/>
            <a:ext cx="4467849" cy="609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41DAC0-3129-5B16-5172-6DE3CFE78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646" y="2309086"/>
            <a:ext cx="6513433" cy="432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73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3DAC-E36D-6DC3-C041-CC9F5EC6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FE19-5DAD-7A08-1013-E4CD0FEEE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5FDA2-91C6-9CBF-320D-AD3736DF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614160" cy="6736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7B22C-1A2F-15DA-F061-5279089A4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727" y="111760"/>
            <a:ext cx="6249272" cy="6624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11EF61-5268-FE9F-61CB-0F441783E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089" y="5323839"/>
            <a:ext cx="4210638" cy="8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55E467-CACE-7CD3-F644-5668B78F8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98" y="5725117"/>
            <a:ext cx="4467849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910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1C71F-A846-1DF8-5485-821DE1DFC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" y="9047"/>
            <a:ext cx="12184175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36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AB6DA0-3E32-0F98-DC23-077336CEA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37626"/>
            <a:ext cx="12146070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1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71EE-6761-BC9B-151D-E7BB8235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1297"/>
            <a:ext cx="10515600" cy="1418252"/>
          </a:xfrm>
        </p:spPr>
        <p:txBody>
          <a:bodyPr/>
          <a:lstStyle/>
          <a:p>
            <a:r>
              <a:rPr lang="en-US" b="1" dirty="0"/>
              <a:t>GEOMETRIC MULTIPLICITY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E40D8-FE93-79F8-DA33-60E74160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8519" y="741680"/>
            <a:ext cx="12318999" cy="611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09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B38CDF-45C2-9B30-AEE2-46854813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720" y="0"/>
            <a:ext cx="6238633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31F9D2-94EB-B5AD-96D1-F203D466F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088" y="40639"/>
            <a:ext cx="6064912" cy="677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30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C4A731-E5FC-A424-D62D-C7ADB127D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101344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98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AF03CF-E17F-4686-3067-7A00AA36C1B6}"/>
              </a:ext>
            </a:extLst>
          </p:cNvPr>
          <p:cNvSpPr txBox="1"/>
          <p:nvPr/>
        </p:nvSpPr>
        <p:spPr>
          <a:xfrm>
            <a:off x="2184400" y="2239136"/>
            <a:ext cx="705104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9600" b="1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167593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32</Words>
  <Application>Microsoft Office PowerPoint</Application>
  <PresentationFormat>Widescreen</PresentationFormat>
  <Paragraphs>10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Eigen Values and Eigen Vectors </vt:lpstr>
      <vt:lpstr>EIGEN VALUES AND EIGEN VECTORS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OF EIGEN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GEOMETRIC MULTIPLICITY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 Values and Eigen Vectors </dc:title>
  <dc:creator>Prakhar Mishra</dc:creator>
  <cp:lastModifiedBy>Prakhar Mishra</cp:lastModifiedBy>
  <cp:revision>7</cp:revision>
  <dcterms:created xsi:type="dcterms:W3CDTF">2026-02-24T10:53:10Z</dcterms:created>
  <dcterms:modified xsi:type="dcterms:W3CDTF">2026-02-25T05:58:15Z</dcterms:modified>
</cp:coreProperties>
</file>